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1" r:id="rId3"/>
    <p:sldId id="280" r:id="rId4"/>
    <p:sldId id="272" r:id="rId5"/>
    <p:sldId id="273" r:id="rId6"/>
    <p:sldId id="275" r:id="rId7"/>
    <p:sldId id="276" r:id="rId8"/>
    <p:sldId id="277" r:id="rId9"/>
    <p:sldId id="278" r:id="rId10"/>
    <p:sldId id="279" r:id="rId11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2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>
        <p:guide orient="horz" pos="572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C0B70AE-3AB2-4E37-8EF0-84867EAD711B}" type="datetimeFigureOut">
              <a:rPr lang="ko-KR" altLang="en-US" smtClean="0"/>
              <a:t>2023-04-13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D4CF93C2-0053-4673-AD4F-698DDC456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55784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BE75DFF8-FF30-448A-9D92-1330BF838B20}" type="datetimeFigureOut">
              <a:rPr lang="ko-KR" altLang="en-US" smtClean="0"/>
              <a:t>2023-04-13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323202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377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4/13/2023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616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4/13/2023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034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555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25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110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2290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54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108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01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16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2131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4/13/2023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43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4.jpeg"/><Relationship Id="rId7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8.jpeg"/><Relationship Id="rId10" Type="http://schemas.openxmlformats.org/officeDocument/2006/relationships/image" Target="../media/image16.jpg"/><Relationship Id="rId4" Type="http://schemas.openxmlformats.org/officeDocument/2006/relationships/image" Target="../media/image5.jpeg"/><Relationship Id="rId9" Type="http://schemas.openxmlformats.org/officeDocument/2006/relationships/image" Target="../media/image1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717563"/>
              </p:ext>
            </p:extLst>
          </p:nvPr>
        </p:nvGraphicFramePr>
        <p:xfrm>
          <a:off x="4793099" y="4599789"/>
          <a:ext cx="2514600" cy="107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  <a:gridCol w="838200"/>
              </a:tblGrid>
              <a:tr h="2431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작성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검토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승인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17184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직사각형 23"/>
          <p:cNvSpPr/>
          <p:nvPr/>
        </p:nvSpPr>
        <p:spPr>
          <a:xfrm>
            <a:off x="9740786" y="660818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9816716" y="6784975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950" y="6309704"/>
            <a:ext cx="1260000" cy="4000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99649" y="3452027"/>
            <a:ext cx="5253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스마트카드 리더기 </a:t>
            </a:r>
            <a:r>
              <a:rPr lang="ko-KR" altLang="en-US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펌웨어</a:t>
            </a:r>
            <a:r>
              <a:rPr lang="ko-KR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업데이트 매뉴얼</a:t>
            </a:r>
            <a:endParaRPr lang="ko-KR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1193800" y="3950592"/>
            <a:ext cx="10559208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6832600" y="3913692"/>
            <a:ext cx="4920408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574480" y="4061627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품질관리팀</a:t>
            </a:r>
            <a:endParaRPr lang="ko-KR" altLang="en-US" b="1" dirty="0">
              <a:solidFill>
                <a:schemeClr val="tx1">
                  <a:lumMod val="50000"/>
                  <a:lumOff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836646" y="752277"/>
            <a:ext cx="6624736" cy="12241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4000" b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스마트카드 리더기 </a:t>
            </a:r>
            <a:r>
              <a:rPr lang="ko-KR" altLang="en-US" sz="4000" b="1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펌웨어</a:t>
            </a:r>
            <a:r>
              <a:rPr lang="ko-KR" altLang="en-US" sz="4000" b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4000" b="1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sz="4000" b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업데이트 매뉴얼</a:t>
            </a:r>
            <a:endParaRPr lang="ko-KR" altLang="en-US" sz="4000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603" y="5045529"/>
            <a:ext cx="777647" cy="44087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66" y="5077641"/>
            <a:ext cx="56197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93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준비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사항 </a:t>
            </a:r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벽부형</a:t>
            </a:r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6" t="43513" r="30337" b="27371"/>
          <a:stretch/>
        </p:blipFill>
        <p:spPr>
          <a:xfrm>
            <a:off x="3009228" y="3661008"/>
            <a:ext cx="1219201" cy="113211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46" t="16853" r="10201" b="15734"/>
          <a:stretch/>
        </p:blipFill>
        <p:spPr>
          <a:xfrm>
            <a:off x="3009228" y="1126904"/>
            <a:ext cx="2109184" cy="239571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53" t="4339" r="16344" b="14585"/>
          <a:stretch/>
        </p:blipFill>
        <p:spPr>
          <a:xfrm>
            <a:off x="5434887" y="1126904"/>
            <a:ext cx="2298981" cy="3666219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27" t="15476" r="23392" b="10616"/>
          <a:stretch/>
        </p:blipFill>
        <p:spPr>
          <a:xfrm>
            <a:off x="7856010" y="1126904"/>
            <a:ext cx="1855331" cy="3666219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08" t="22" r="15478" b="7705"/>
          <a:stretch/>
        </p:blipFill>
        <p:spPr>
          <a:xfrm>
            <a:off x="9833483" y="1126904"/>
            <a:ext cx="1939893" cy="3666219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36" t="12511" r="21117" b="12220"/>
          <a:stretch/>
        </p:blipFill>
        <p:spPr>
          <a:xfrm>
            <a:off x="389794" y="1126904"/>
            <a:ext cx="2302959" cy="35215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0908" y="4920900"/>
            <a:ext cx="18407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스마트카드 </a:t>
            </a:r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리더기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2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벽부형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59267" y="4913305"/>
            <a:ext cx="160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아답터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81814" y="4920901"/>
            <a:ext cx="160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전원 </a:t>
            </a:r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케이블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(6Pin)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56009" y="4913816"/>
            <a:ext cx="1855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Data </a:t>
            </a:r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케이블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(8Pin)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998876" y="4920900"/>
            <a:ext cx="160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20Pin Data 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to USB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16399" y="3661008"/>
            <a:ext cx="802013" cy="46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- DC12V</a:t>
            </a:r>
          </a:p>
          <a:p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- 1A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3215722" y="2891244"/>
            <a:ext cx="485419" cy="4702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6332958" y="3721966"/>
            <a:ext cx="485419" cy="4702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8605600" y="4184493"/>
            <a:ext cx="485419" cy="470263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10812138" y="4034154"/>
            <a:ext cx="485419" cy="470263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56" t="45335" r="37204" b="38946"/>
          <a:stretch/>
        </p:blipFill>
        <p:spPr>
          <a:xfrm>
            <a:off x="8244941" y="5370708"/>
            <a:ext cx="1077467" cy="737215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21" t="53291" r="34034" b="25427"/>
          <a:stretch/>
        </p:blipFill>
        <p:spPr>
          <a:xfrm>
            <a:off x="6083632" y="5370708"/>
            <a:ext cx="984070" cy="76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53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준비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사항 </a:t>
            </a:r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프레임형</a:t>
            </a:r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6" t="43513" r="30337" b="27371"/>
          <a:stretch/>
        </p:blipFill>
        <p:spPr>
          <a:xfrm>
            <a:off x="3009228" y="3661008"/>
            <a:ext cx="1219201" cy="113211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46" t="16853" r="10201" b="15734"/>
          <a:stretch/>
        </p:blipFill>
        <p:spPr>
          <a:xfrm>
            <a:off x="3009228" y="1126904"/>
            <a:ext cx="2109184" cy="2395714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08" t="22" r="15478" b="7705"/>
          <a:stretch/>
        </p:blipFill>
        <p:spPr>
          <a:xfrm>
            <a:off x="9833483" y="1126904"/>
            <a:ext cx="1939893" cy="36662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9137" y="4920900"/>
            <a:ext cx="1884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스마트카드 </a:t>
            </a:r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리더기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2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프레임형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59267" y="4913305"/>
            <a:ext cx="160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아답터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81814" y="4920901"/>
            <a:ext cx="160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전원 </a:t>
            </a:r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케이블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(8Pin)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79122" y="4913816"/>
            <a:ext cx="160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Data </a:t>
            </a:r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케이블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(5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Pin)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998876" y="4920900"/>
            <a:ext cx="160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20Pin Data 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to USB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16399" y="3661008"/>
            <a:ext cx="802013" cy="46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- DC12V</a:t>
            </a:r>
          </a:p>
          <a:p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- 1A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3215722" y="2891244"/>
            <a:ext cx="485419" cy="4702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10812138" y="4034154"/>
            <a:ext cx="485419" cy="470263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33" t="12421" r="27368" b="11879"/>
          <a:stretch/>
        </p:blipFill>
        <p:spPr>
          <a:xfrm>
            <a:off x="718780" y="1126904"/>
            <a:ext cx="1644986" cy="366621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7" t="13033" r="30246" b="11691"/>
          <a:stretch/>
        </p:blipFill>
        <p:spPr>
          <a:xfrm>
            <a:off x="5826391" y="1135610"/>
            <a:ext cx="1519147" cy="365751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75" t="16865" r="34713" b="12617"/>
          <a:stretch/>
        </p:blipFill>
        <p:spPr>
          <a:xfrm>
            <a:off x="8069781" y="1135522"/>
            <a:ext cx="1427787" cy="3657601"/>
          </a:xfrm>
          <a:prstGeom prst="rect">
            <a:avLst/>
          </a:prstGeom>
        </p:spPr>
      </p:pic>
      <p:sp>
        <p:nvSpPr>
          <p:cNvPr id="29" name="타원 28"/>
          <p:cNvSpPr/>
          <p:nvPr/>
        </p:nvSpPr>
        <p:spPr>
          <a:xfrm>
            <a:off x="5967200" y="4322860"/>
            <a:ext cx="485419" cy="4702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/>
          <p:cNvSpPr/>
          <p:nvPr/>
        </p:nvSpPr>
        <p:spPr>
          <a:xfrm>
            <a:off x="8390346" y="1206161"/>
            <a:ext cx="485419" cy="470263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98" t="31376" r="38300" b="53182"/>
          <a:stretch/>
        </p:blipFill>
        <p:spPr>
          <a:xfrm>
            <a:off x="8288128" y="5425567"/>
            <a:ext cx="991092" cy="731520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05" t="45074" r="36925" b="34004"/>
          <a:stretch/>
        </p:blipFill>
        <p:spPr>
          <a:xfrm>
            <a:off x="6096309" y="5442857"/>
            <a:ext cx="966653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03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/>
          <p:cNvSpPr/>
          <p:nvPr/>
        </p:nvSpPr>
        <p:spPr>
          <a:xfrm>
            <a:off x="216209" y="714382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결선 방법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5" t="4644" r="6447" b="13839"/>
          <a:stretch/>
        </p:blipFill>
        <p:spPr>
          <a:xfrm>
            <a:off x="5897543" y="1125538"/>
            <a:ext cx="2854566" cy="352063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41235" y="4779692"/>
            <a:ext cx="160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벽부형</a:t>
            </a:r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연결 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Port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20273" y="4779692"/>
            <a:ext cx="160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정상 동작 시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03004" y="4713820"/>
            <a:ext cx="1918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주의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 </a:t>
            </a:r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정상 동작 시 적색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LED       </a:t>
            </a:r>
          </a:p>
          <a:p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</a:t>
            </a:r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점등 확인 </a:t>
            </a:r>
            <a:endParaRPr lang="en-US" altLang="ko-KR" sz="12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-  </a:t>
            </a:r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녹색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LED </a:t>
            </a:r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점등 시 </a:t>
            </a:r>
            <a:r>
              <a:rPr lang="ko-KR" altLang="en-US" sz="12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재연결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879021" y="1125538"/>
            <a:ext cx="2333535" cy="3521516"/>
            <a:chOff x="469712" y="1125538"/>
            <a:chExt cx="2333535" cy="3521516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05" t="9058" r="15571" b="9669"/>
            <a:stretch/>
          </p:blipFill>
          <p:spPr>
            <a:xfrm>
              <a:off x="469712" y="1125538"/>
              <a:ext cx="2333535" cy="3521516"/>
            </a:xfrm>
            <a:prstGeom prst="rect">
              <a:avLst/>
            </a:prstGeom>
          </p:spPr>
        </p:pic>
        <p:sp>
          <p:nvSpPr>
            <p:cNvPr id="7" name="타원 6"/>
            <p:cNvSpPr/>
            <p:nvPr/>
          </p:nvSpPr>
          <p:spPr>
            <a:xfrm>
              <a:off x="1785256" y="1142956"/>
              <a:ext cx="748937" cy="75551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/>
            <p:cNvSpPr/>
            <p:nvPr/>
          </p:nvSpPr>
          <p:spPr>
            <a:xfrm>
              <a:off x="1619061" y="2450823"/>
              <a:ext cx="748937" cy="75551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126244" y="3149651"/>
              <a:ext cx="4253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 smtClean="0">
                  <a:solidFill>
                    <a:srgbClr val="FFFF00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전원</a:t>
              </a:r>
              <a:endParaRPr lang="en-US" altLang="ko-KR" sz="1000" dirty="0">
                <a:solidFill>
                  <a:srgbClr val="FFFF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360091" y="1191396"/>
              <a:ext cx="5082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smtClean="0">
                  <a:solidFill>
                    <a:srgbClr val="FFFF00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Data</a:t>
              </a:r>
              <a:endParaRPr lang="en-US" altLang="ko-KR" sz="1000" dirty="0">
                <a:solidFill>
                  <a:srgbClr val="FFFF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9393670" y="1801387"/>
            <a:ext cx="1828056" cy="2844781"/>
            <a:chOff x="9498178" y="1801387"/>
            <a:chExt cx="1828056" cy="2844781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301" t="16462" r="27586" b="15728"/>
            <a:stretch/>
          </p:blipFill>
          <p:spPr>
            <a:xfrm>
              <a:off x="9498178" y="1801387"/>
              <a:ext cx="1828056" cy="2844781"/>
            </a:xfrm>
            <a:prstGeom prst="rect">
              <a:avLst/>
            </a:prstGeom>
          </p:spPr>
        </p:pic>
        <p:sp>
          <p:nvSpPr>
            <p:cNvPr id="30" name="타원 29"/>
            <p:cNvSpPr/>
            <p:nvPr/>
          </p:nvSpPr>
          <p:spPr>
            <a:xfrm>
              <a:off x="10403497" y="3774228"/>
              <a:ext cx="748937" cy="75551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7" t="14191" r="31365" b="12539"/>
          <a:stretch/>
        </p:blipFill>
        <p:spPr>
          <a:xfrm>
            <a:off x="3692434" y="1125538"/>
            <a:ext cx="1346678" cy="352063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561220" y="4779692"/>
            <a:ext cx="160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프레임형</a:t>
            </a:r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연결 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Port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3799496" y="1969628"/>
            <a:ext cx="430342" cy="43765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4220040" y="1969628"/>
            <a:ext cx="430342" cy="43765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4497032" y="2368523"/>
            <a:ext cx="4253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smtClean="0">
                <a:solidFill>
                  <a:srgbClr val="FFFF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전원</a:t>
            </a:r>
            <a:endParaRPr lang="en-US" altLang="ko-KR" sz="1000" b="1" dirty="0">
              <a:solidFill>
                <a:srgbClr val="FFFF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633100" y="1768614"/>
            <a:ext cx="5082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FFFF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Data</a:t>
            </a:r>
            <a:endParaRPr lang="en-US" altLang="ko-KR" sz="1000" b="1" dirty="0">
              <a:solidFill>
                <a:srgbClr val="FFFF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736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216209" y="714382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업데이트 방법</a:t>
            </a:r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63543" y="855458"/>
            <a:ext cx="43128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스마트카드 리더기에 연결된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Data Cable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반대쪽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USB Port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컴퓨터에 연결한다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buAutoNum type="arabicPeriod" startAt="2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STM32 ST-LINK Utility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프로그램을 실행시킨다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16" y="823140"/>
            <a:ext cx="728048" cy="76519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556" r="431" b="1043"/>
          <a:stretch/>
        </p:blipFill>
        <p:spPr>
          <a:xfrm>
            <a:off x="407371" y="1644997"/>
            <a:ext cx="6666287" cy="484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001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216209" y="714382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업데이트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방법</a:t>
            </a:r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" r="321" b="544"/>
          <a:stretch/>
        </p:blipFill>
        <p:spPr>
          <a:xfrm>
            <a:off x="416697" y="916759"/>
            <a:ext cx="7117614" cy="51853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63543" y="855458"/>
            <a:ext cx="4312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3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Target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메뉴를 열어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Connect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실행한다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1558833" y="1524000"/>
            <a:ext cx="6096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973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216209" y="714382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업데이트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방법</a:t>
            </a:r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" r="323"/>
          <a:stretch/>
        </p:blipFill>
        <p:spPr>
          <a:xfrm>
            <a:off x="416697" y="916759"/>
            <a:ext cx="7088724" cy="51853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63543" y="855458"/>
            <a:ext cx="4312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4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연결된 스마트카드 리더기가 불러와지면 다음과 같은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화면이 나온다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4832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216209" y="714382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업데이트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방법</a:t>
            </a:r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" r="1035" b="923"/>
          <a:stretch/>
        </p:blipFill>
        <p:spPr>
          <a:xfrm>
            <a:off x="3229565" y="855458"/>
            <a:ext cx="4355601" cy="3004456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9"/>
          <a:stretch/>
        </p:blipFill>
        <p:spPr>
          <a:xfrm>
            <a:off x="3229564" y="3933358"/>
            <a:ext cx="4355601" cy="256879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4" t="4810" r="51990" b="27101"/>
          <a:stretch/>
        </p:blipFill>
        <p:spPr>
          <a:xfrm>
            <a:off x="472748" y="855458"/>
            <a:ext cx="2516777" cy="35705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63543" y="855458"/>
            <a:ext cx="43128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5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Target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메뉴를 열어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Program &amp; Verify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실행시킨다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buAutoNum type="arabicPeriod" startAt="6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Download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라는 창이 뜨면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[Browse]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펌웨어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파일을 불러온다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buAutoNum type="arabicPeriod" startAt="7"/>
            </a:pP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폴더창이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뜨면 원하는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펌웨어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(.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Bin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선택한다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buAutoNum type="arabicPeriod" startAt="7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[Start]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업데이트를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cxnSp>
        <p:nvCxnSpPr>
          <p:cNvPr id="16" name="직선 연결선 15"/>
          <p:cNvCxnSpPr/>
          <p:nvPr/>
        </p:nvCxnSpPr>
        <p:spPr>
          <a:xfrm>
            <a:off x="748936" y="2725782"/>
            <a:ext cx="101019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6879771" y="1262743"/>
            <a:ext cx="557349" cy="5399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4759234" y="3410531"/>
            <a:ext cx="557349" cy="5399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541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216209" y="714382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업데이트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방법</a:t>
            </a:r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5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" t="488" r="304" b="802"/>
          <a:stretch/>
        </p:blipFill>
        <p:spPr>
          <a:xfrm>
            <a:off x="416697" y="908050"/>
            <a:ext cx="7102867" cy="51850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63543" y="855458"/>
            <a:ext cx="4312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9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업데이트가 성공하면 상태표시줄에 다음과 같은 문구가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416697" y="5529943"/>
            <a:ext cx="1298892" cy="1393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17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216209" y="705673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업데이트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방법</a:t>
            </a:r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6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1" b="612"/>
          <a:stretch/>
        </p:blipFill>
        <p:spPr>
          <a:xfrm>
            <a:off x="407987" y="908050"/>
            <a:ext cx="7095233" cy="5185304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4" t="4810" r="51990" b="27101"/>
          <a:stretch/>
        </p:blipFill>
        <p:spPr>
          <a:xfrm>
            <a:off x="3680168" y="996793"/>
            <a:ext cx="2516777" cy="35705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63543" y="855458"/>
            <a:ext cx="43128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10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Target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메뉴를 열어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Disconnect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실행시킨다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buAutoNum type="arabicPeriod" startAt="10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상태표시줄에 다음과 같은 문구를 확인한다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buAutoNum type="arabicPeriod" startAt="10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컴퓨터에 연결된 스마트카드 리더기를 분리한다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425405" y="5643160"/>
            <a:ext cx="1682069" cy="148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/>
          <p:cNvCxnSpPr/>
          <p:nvPr/>
        </p:nvCxnSpPr>
        <p:spPr>
          <a:xfrm>
            <a:off x="3901443" y="1576704"/>
            <a:ext cx="72281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89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845</TotalTime>
  <Words>240</Words>
  <Application>Microsoft Office PowerPoint</Application>
  <PresentationFormat>와이드스크린</PresentationFormat>
  <Paragraphs>67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WD</dc:creator>
  <cp:lastModifiedBy>WD</cp:lastModifiedBy>
  <cp:revision>151</cp:revision>
  <dcterms:created xsi:type="dcterms:W3CDTF">2021-10-01T00:38:29Z</dcterms:created>
  <dcterms:modified xsi:type="dcterms:W3CDTF">2023-04-13T01:10:48Z</dcterms:modified>
</cp:coreProperties>
</file>