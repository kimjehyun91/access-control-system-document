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9" r:id="rId1"/>
  </p:sldMasterIdLst>
  <p:notesMasterIdLst>
    <p:notesMasterId r:id="rId32"/>
  </p:notesMasterIdLst>
  <p:handoutMasterIdLst>
    <p:handoutMasterId r:id="rId33"/>
  </p:handoutMasterIdLst>
  <p:sldIdLst>
    <p:sldId id="257" r:id="rId2"/>
    <p:sldId id="271" r:id="rId3"/>
    <p:sldId id="279" r:id="rId4"/>
    <p:sldId id="272" r:id="rId5"/>
    <p:sldId id="280" r:id="rId6"/>
    <p:sldId id="281" r:id="rId7"/>
    <p:sldId id="282" r:id="rId8"/>
    <p:sldId id="283" r:id="rId9"/>
    <p:sldId id="284" r:id="rId10"/>
    <p:sldId id="286" r:id="rId11"/>
    <p:sldId id="287" r:id="rId12"/>
    <p:sldId id="288" r:id="rId13"/>
    <p:sldId id="289" r:id="rId14"/>
    <p:sldId id="314" r:id="rId15"/>
    <p:sldId id="291" r:id="rId16"/>
    <p:sldId id="292" r:id="rId17"/>
    <p:sldId id="294" r:id="rId18"/>
    <p:sldId id="296" r:id="rId19"/>
    <p:sldId id="297" r:id="rId20"/>
    <p:sldId id="298" r:id="rId21"/>
    <p:sldId id="308" r:id="rId22"/>
    <p:sldId id="301" r:id="rId23"/>
    <p:sldId id="302" r:id="rId24"/>
    <p:sldId id="315" r:id="rId25"/>
    <p:sldId id="304" r:id="rId26"/>
    <p:sldId id="305" r:id="rId27"/>
    <p:sldId id="306" r:id="rId28"/>
    <p:sldId id="307" r:id="rId29"/>
    <p:sldId id="309" r:id="rId30"/>
    <p:sldId id="311" r:id="rId31"/>
  </p:sldIdLst>
  <p:sldSz cx="12192000" cy="6858000"/>
  <p:notesSz cx="7104063" cy="10234613"/>
  <p:embeddedFontLst>
    <p:embeddedFont>
      <p:font typeface="맑은 고딕" panose="020B0503020000020004" pitchFamily="50" charset="-127"/>
      <p:regular r:id="rId34"/>
      <p:bold r:id="rId35"/>
    </p:embeddedFont>
    <p:embeddedFont>
      <p:font typeface="나눔스퀘어_ac Bold" panose="020B0600000101010101" pitchFamily="50" charset="-127"/>
      <p:bold r:id="rId3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57" userDrawn="1">
          <p15:clr>
            <a:srgbClr val="A4A3A4"/>
          </p15:clr>
        </p15:guide>
        <p15:guide id="2" orient="horz" pos="57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90" y="90"/>
      </p:cViewPr>
      <p:guideLst>
        <p:guide pos="257"/>
        <p:guide orient="horz" pos="57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0C0B70AE-3AB2-4E37-8EF0-84867EAD711B}" type="datetimeFigureOut">
              <a:rPr lang="ko-KR" altLang="en-US" smtClean="0"/>
              <a:t>2022-07-05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D4CF93C2-0053-4673-AD4F-698DDC4568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655784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BE75DFF8-FF30-448A-9D92-1330BF838B20}" type="datetimeFigureOut">
              <a:rPr lang="ko-KR" altLang="en-US" smtClean="0"/>
              <a:t>2022-07-05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2323202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2377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7/5/2022</a:t>
            </a:fld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6616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7/5/2022</a:t>
            </a:fld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5034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5555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9254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71106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02290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4549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4108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2011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9163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12131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7/5/2022</a:t>
            </a:fld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5435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8717563"/>
              </p:ext>
            </p:extLst>
          </p:nvPr>
        </p:nvGraphicFramePr>
        <p:xfrm>
          <a:off x="4793099" y="4599789"/>
          <a:ext cx="2514600" cy="1076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/>
                <a:gridCol w="838200"/>
                <a:gridCol w="838200"/>
              </a:tblGrid>
              <a:tr h="2431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작성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검토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승인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17184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4" name="직사각형 23"/>
          <p:cNvSpPr/>
          <p:nvPr/>
        </p:nvSpPr>
        <p:spPr>
          <a:xfrm>
            <a:off x="9740786" y="660818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9816716" y="6784975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950" y="6309704"/>
            <a:ext cx="1260000" cy="40008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91979" y="3452027"/>
            <a:ext cx="16610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품질 매뉴얼</a:t>
            </a:r>
            <a:endParaRPr lang="ko-KR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 flipH="1">
            <a:off x="1193800" y="3950592"/>
            <a:ext cx="10559208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6832600" y="3913692"/>
            <a:ext cx="4920408" cy="457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0574480" y="4061627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품질관리팀</a:t>
            </a:r>
            <a:endParaRPr lang="ko-KR" altLang="en-US" b="1" dirty="0">
              <a:solidFill>
                <a:schemeClr val="tx1">
                  <a:lumMod val="50000"/>
                  <a:lumOff val="50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2836646" y="752277"/>
            <a:ext cx="6624736" cy="12241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4000" b="1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sz="4000" b="1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설치가이드</a:t>
            </a:r>
            <a:endParaRPr lang="ko-KR" altLang="en-US" sz="4000" b="1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0603" y="5045529"/>
            <a:ext cx="777647" cy="440871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866" y="5077641"/>
            <a:ext cx="561975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930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16209" y="716756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977051" y="1004398"/>
            <a:ext cx="389705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파일을 실행시켜 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설치화면을 불러온다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buAutoNum type="arabicPeriod" startAt="2"/>
            </a:pP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기본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]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눌러 설치를 진행한다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buAutoNum type="arabicPeriod" startAt="3"/>
            </a:pP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Microsoft SQL Server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사용조건에서 언어를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선택한 뒤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수락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]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눌러 다음 단계로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넘어간다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988" y="908050"/>
            <a:ext cx="4776501" cy="3788063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2233" y="2259384"/>
            <a:ext cx="5252055" cy="413245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921" y="4905801"/>
            <a:ext cx="990600" cy="12763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4444" y="6182151"/>
            <a:ext cx="10274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&lt;</a:t>
            </a:r>
            <a:r>
              <a:rPr lang="ko-KR" altLang="en-US" sz="105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설치파일</a:t>
            </a:r>
            <a:r>
              <a:rPr lang="en-US" altLang="ko-KR" sz="105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&gt;</a:t>
            </a:r>
            <a:endParaRPr lang="en-US" altLang="ko-KR" sz="105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43538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16209" y="716756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0660" y="910548"/>
            <a:ext cx="5167322" cy="407946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12" y="2603100"/>
            <a:ext cx="5033546" cy="394455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77051" y="1004398"/>
            <a:ext cx="399935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4"/>
            </a:pP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 위치 지정에서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 위치를 설정한 뒤 설치 버튼을 눌러준다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buAutoNum type="arabicPeriod" startAt="5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설치프로그램이 자동으로 설치 패키지를 다운로드 한 뒤 설치를 진행한다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54343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16209" y="716756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310" y="916421"/>
            <a:ext cx="5952616" cy="468473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977051" y="1004398"/>
            <a:ext cx="39993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6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설치가 완료되면 다음과 같은 화면이 뜬다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[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사용자 지정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]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버튼을 눌러 다음 설치단계를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진행한다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63905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16209" y="716756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96" y="916757"/>
            <a:ext cx="6667026" cy="503990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977051" y="1004398"/>
            <a:ext cx="39993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7"/>
            </a:pP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최신버전을 확인한 뒤 다음 버튼을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눌러 다음 단계로 넘어간다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78204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16209" y="708047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97" y="916759"/>
            <a:ext cx="6645954" cy="500313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977051" y="1004398"/>
            <a:ext cx="399935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8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 규칙에서 설치에 문제가 되는 항목을 점검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buAutoNum type="arabicPeriod" startAt="9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결과보고서에 상태를 확인한 뒤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“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실패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”, “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경고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＂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나왔다면 해당 항목을 확인한 뒤 성공이 나올 수 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있도록 하고 다 되었으면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다시 실행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]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을 눌러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다시 한번 점검을 실시한다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buAutoNum type="arabicPeriod" startAt="10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모든 상태가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“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성공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”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으로 되었다면 다음 버튼을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눌러 다음 단계로 진행한다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4641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16209" y="708047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113" y="916421"/>
            <a:ext cx="6669314" cy="501445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977051" y="1004398"/>
            <a:ext cx="39993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11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 유형에서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“SQL Server 2019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새로 설치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”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적용된 것을 확인 한 뒤 다음 버튼을 눌러 다음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단계로 진행한다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19614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16209" y="716756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97" y="916759"/>
            <a:ext cx="6680789" cy="50439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977051" y="1004398"/>
            <a:ext cx="39993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12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사용 조건에서 소프트웨어 라이선스 계약서에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[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동의함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]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버튼을 누른 후 다음 버튼이 활동화 되면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눌러 다음 단계로 진행한다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59699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16209" y="708047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97" y="916758"/>
            <a:ext cx="6674401" cy="502248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977051" y="1004398"/>
            <a:ext cx="39993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13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기능 선택에서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모두 선택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]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버튼을 눌러 체크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박스를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전부 활성화 시켜준 후 다음 버튼을 눌러 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다음 단계로 진행한다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95886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16209" y="708047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96" y="916759"/>
            <a:ext cx="6673427" cy="500507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977051" y="1004398"/>
            <a:ext cx="39993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14"/>
            </a:pP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인스턴스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구성에서 처음 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세팅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된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명명된 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인스턴스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]</a:t>
            </a: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선택하지 않고 위에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기본 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인스턴스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]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로 변경해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준 뒤 다음 버튼을 눌러 다음 단계로 진행한다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06300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16209" y="716756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97" y="913685"/>
            <a:ext cx="6698206" cy="505493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977051" y="1004398"/>
            <a:ext cx="39993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15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서버 구성에서는 별도의 체크 없이 다음 버튼을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눌러 바로 다음 단계로 진행하여도 괜찮다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8679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16209" y="716756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96" y="916759"/>
            <a:ext cx="6645955" cy="50219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977051" y="1004398"/>
            <a:ext cx="399935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16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데이터베이스 엔진 구성에서 처음 설정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[Windows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인증 모드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]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혼합 모드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]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로 변경을 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해준다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marL="342900" indent="-342900">
              <a:buAutoNum type="arabicPeriod" startAt="16"/>
            </a:pP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buAutoNum type="arabicPeriod" startAt="17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활성화된 암호 입력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암호 확인 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란에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서버 암호를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설정하고 다음 버튼을 눌러 다음 단계로 진행한다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*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암호는 동일하게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번 입력이 되어야 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46866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16209" y="717054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97" y="918548"/>
            <a:ext cx="6680789" cy="504603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77051" y="1004398"/>
            <a:ext cx="3999358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18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완료 단계에서 모든 설치가 정상적으로 되었는지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확인 한 후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닫기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]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버튼을 눌러 설치를 종료한다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*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 상태에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“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실패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”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라고 표기가 되었을 경우 처음부터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설치를 다시 진행한다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**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 규칙에서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“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경고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”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혹은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“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실패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＂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라고 상태가 뜬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상태에서 설치를 진행했을 경우 설치 완료 단계에서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“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실패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”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 될 가능성이 높다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89423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16209" y="716756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310" y="916421"/>
            <a:ext cx="5952616" cy="468473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977051" y="1004398"/>
            <a:ext cx="399935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19.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사용자 지정 설치가 완료되었으면 설치 화면을 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닫고 다시 맨 처음 화면으로 돌아온다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20. [SSMS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]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버튼을 눌러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Server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관리 프로그램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을 설치한다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993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/>
          <p:cNvSpPr/>
          <p:nvPr/>
        </p:nvSpPr>
        <p:spPr>
          <a:xfrm>
            <a:off x="216209" y="716756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97" y="916759"/>
            <a:ext cx="6983170" cy="478632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4061" y="3284483"/>
            <a:ext cx="1000125" cy="12763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977051" y="1004398"/>
            <a:ext cx="399935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21"/>
            </a:pP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[SSMS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]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버튼을 타고 다운로드 홈페이지에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접속이 되면 화면 중간에 다운로드 버튼을 눌러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 프로그램을 다운한다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buAutoNum type="arabicPeriod" startAt="22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혹은 서버에 저장된 별도의 설치프로그램을 받아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설치를 진행하여도 괜찮다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4109" y="4551760"/>
            <a:ext cx="10274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&lt;</a:t>
            </a:r>
            <a:r>
              <a:rPr lang="ko-KR" altLang="en-US" sz="105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설치파일</a:t>
            </a:r>
            <a:r>
              <a:rPr lang="en-US" altLang="ko-KR" sz="105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&gt;</a:t>
            </a:r>
            <a:endParaRPr lang="en-US" altLang="ko-KR" sz="105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4317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16209" y="708047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97" y="916759"/>
            <a:ext cx="6143625" cy="4772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977051" y="1004398"/>
            <a:ext cx="399935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23"/>
            </a:pP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Management Studio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설치를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진행한다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buAutoNum type="arabicPeriod" startAt="24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 위치를 설정한 뒤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[Install]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버튼을 누른다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buAutoNum type="arabicPeriod" startAt="25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다음 단계로 진행한다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25751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216209" y="708047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97" y="916759"/>
            <a:ext cx="4011119" cy="3193687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3234" y="2662384"/>
            <a:ext cx="4613911" cy="372945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977051" y="1004398"/>
            <a:ext cx="399935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26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인스톨이 완료되면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[Restart]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버튼이 나타난다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marL="342900" indent="-342900">
              <a:buAutoNum type="arabicPeriod" startAt="26"/>
            </a:pP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buAutoNum type="arabicPeriod" startAt="26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윈도우에 열려있는 모든 프로그램을 저장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종료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하고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[Restart]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버튼을 눌러 컴퓨터를 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재부팅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해준다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41415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16209" y="708047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b="1" dirty="0" err="1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세팅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61" y="1973315"/>
            <a:ext cx="2992206" cy="1005016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9755" y="1303968"/>
            <a:ext cx="3099578" cy="447852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77051" y="1004398"/>
            <a:ext cx="399935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28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모든 설치는 종료가 되었고 설치된 프로그램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확인하여 설치가 안된 것이 있는지 확인한다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buAutoNum type="arabicPeriod" startAt="29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설치된 프로그램 중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“SQL Server 2019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구성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관리자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”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클릭하여 실행시킨다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25961" y="3071968"/>
            <a:ext cx="39993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29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설치된 프로그램 중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“Microsoft SQL Management”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클릭하여 실행시킨다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52763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16209" y="708047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b="1" dirty="0" err="1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세팅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97" y="916759"/>
            <a:ext cx="6662058" cy="500539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77051" y="1004398"/>
            <a:ext cx="39993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30"/>
            </a:pP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“SQL 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Server 2019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구성관리자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”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시작화면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buAutoNum type="arabicPeriod" startAt="30"/>
            </a:pP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buAutoNum type="arabicPeriod" startAt="30"/>
            </a:pP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4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번째 메뉴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“SQL Server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네트워크 구성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＂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을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클릭하여 메뉴로 들어간다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 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7133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16209" y="708047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97" y="916759"/>
            <a:ext cx="6944460" cy="52378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b="1" dirty="0" err="1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세팅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977051" y="1004398"/>
            <a:ext cx="399935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32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명명된 파이프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TCP/IP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“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사용 안 함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”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상태인 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것을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확인 후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“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사용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”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상태로 변경시킨다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buAutoNum type="arabicPeriod" startAt="33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상태를 바꾸고 싶은 프로토콜 이름에 마우스 커서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가져간 후 오른쪽 클릭을 하여 메뉴를 불러온다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buAutoNum type="arabicPeriod" startAt="34"/>
            </a:pP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속성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]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메뉴로 들어가서 다음과 같이 상태를 변경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시킨다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5738" y="2721070"/>
            <a:ext cx="2874267" cy="3372284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7607" y="2713955"/>
            <a:ext cx="2888497" cy="3379399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059" y="4003362"/>
            <a:ext cx="2902724" cy="1052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716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16209" y="708047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97" y="916759"/>
            <a:ext cx="3876675" cy="45434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b="1" dirty="0" err="1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세팅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977051" y="1004398"/>
            <a:ext cx="399935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35. TCP/IP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도 동일한 방법으로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속성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]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으로 들어가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상태를 변경시킨다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TCP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포트 값이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1433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인 것을 확인한다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아닐 경우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1433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으로 변경시킨다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6501" y="2937147"/>
            <a:ext cx="440055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785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16209" y="716756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97" y="916759"/>
            <a:ext cx="6275157" cy="472639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b="1" dirty="0" err="1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세팅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63543" y="1004398"/>
            <a:ext cx="43128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36"/>
            </a:pP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“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네트워크 구성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＂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에서 프로토콜 상태를 변경시켰다면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 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첫번째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메뉴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“SQL Server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서비스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“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로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들어간다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3998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16209" y="708047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932" y="917079"/>
            <a:ext cx="6363105" cy="479940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b="1" dirty="0" err="1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세팅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63543" y="1004398"/>
            <a:ext cx="4312866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37"/>
            </a:pP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“SQL Server (MSSQLSERVER)”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클릭 후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오른쪽 클릭을 하여 메뉴를 불러온 후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속성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]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을 눌러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들어간다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buAutoNum type="arabicPeriod" startAt="38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속성 메뉴에서 로그온 메뉴로 들어간 뒤 다음 계정으로 로그온을 확인한다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기본 제공 계정으로 되어 있으면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“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계정 지정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＂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을 눌러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활성화 시켜준다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완료되었으면 확인을 눌러 속성메뉴를 나간다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34555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16209" y="716756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97" y="916759"/>
            <a:ext cx="6275157" cy="472639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b="1" dirty="0" err="1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세팅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63543" y="1004398"/>
            <a:ext cx="43128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39"/>
            </a:pP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(MSSQLSERVER)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에 마우스 커서를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가져간 뒤 오른쪽 클릭을 하여 메뉴를 불러오고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[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다시 시작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]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버튼을 눌러 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재시작을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4275" y="3099280"/>
            <a:ext cx="2772162" cy="201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597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16209" y="699338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b="1" dirty="0" err="1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세팅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97" y="916759"/>
            <a:ext cx="6774057" cy="365629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63543" y="1004398"/>
            <a:ext cx="39993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40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설치된 프로그램 중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“Microsoft SQL Management”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클릭하여 실행시킨다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55288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16209" y="708047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768" y="1042537"/>
            <a:ext cx="5257800" cy="2762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b="1" dirty="0" err="1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세팅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75974" y="1004398"/>
            <a:ext cx="418692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40"/>
            </a:pP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Server name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을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을 설치하며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설정하였던 서버이름으로 변경하여 준다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*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보통의 경우 컴퓨터 이름을 그대로 따라간다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buAutoNum type="arabicPeriod" startAt="41"/>
            </a:pP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“Authentication”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은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Authentication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으로 변경한다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marL="342900" indent="-342900">
              <a:buAutoNum type="arabicPeriod" startAt="41"/>
            </a:pP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buAutoNum type="arabicPeriod" startAt="41"/>
            </a:pP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Login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아이디와 패스워드는 서버이름과 같이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설치하며 설정하였던 아이디와 패스워드를 입력한다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*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아이디 기본값은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“</a:t>
            </a:r>
            <a:r>
              <a:rPr lang="en-US" altLang="ko-KR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sa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34544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97" y="916759"/>
            <a:ext cx="6610350" cy="357586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b="1" dirty="0" err="1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세팅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75974" y="1004398"/>
            <a:ext cx="41869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43"/>
            </a:pP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로그인이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완료되면 성공적으로 접속된다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접속을 확인하였다면 종료해도 괜찮다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08132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16209" y="708047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425" y="916759"/>
            <a:ext cx="5162550" cy="333375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1788" y="2950121"/>
            <a:ext cx="5162550" cy="33432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b="1" dirty="0" err="1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세팅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75974" y="1004398"/>
            <a:ext cx="418692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44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설치된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VIACS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실행시키면 데이터베이스 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세팅으로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접속된다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데이터베이스 서버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: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기본값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(local) ]</a:t>
            </a: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데이터베이스 이름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: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서버이름과 동일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                       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 후 처음이면 추가로 생성된다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                              </a:t>
            </a: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로그인과 암호는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세팅하여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사용했던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아이디와 패스워드를 그대로 가져간다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14054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57150" y="708046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98" y="916760"/>
            <a:ext cx="4637624" cy="30200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b="1" dirty="0" err="1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세팅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75974" y="1004398"/>
            <a:ext cx="418692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45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데이터베이스를 처음 설정할 때 데이터베이스 이름을 넣고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접속 테스트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]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누르면 다음과 같은 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경고창이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뜨며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DB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 생성된다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* 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접속테스트에서 에러가 발생 할 시에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데이터베이스 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이름을 변경하면 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데이터베이스가 새로 생성되며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접속이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된다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endParaRPr lang="ko-KR" altLang="en-US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** “Microsoft 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Management”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실행시켜보면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추가된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DB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확인할 수 있다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5434" y="3388678"/>
            <a:ext cx="4660077" cy="3003161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2624" y="3656744"/>
            <a:ext cx="2333625" cy="233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09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16209" y="708047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b="1" dirty="0" err="1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세팅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2493" y="1786729"/>
            <a:ext cx="6097314" cy="4683019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698" y="916759"/>
            <a:ext cx="4116288" cy="268055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75974" y="1004398"/>
            <a:ext cx="4500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46.  VIACS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초기 로그인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ID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와 암호는 동일하게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[admin]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78303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997</TotalTime>
  <Words>1094</Words>
  <Application>Microsoft Office PowerPoint</Application>
  <PresentationFormat>와이드스크린</PresentationFormat>
  <Paragraphs>220</Paragraphs>
  <Slides>30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4" baseType="lpstr">
      <vt:lpstr>맑은 고딕</vt:lpstr>
      <vt:lpstr>나눔스퀘어_ac 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WD</dc:creator>
  <cp:lastModifiedBy>WD</cp:lastModifiedBy>
  <cp:revision>124</cp:revision>
  <dcterms:created xsi:type="dcterms:W3CDTF">2021-10-01T00:38:29Z</dcterms:created>
  <dcterms:modified xsi:type="dcterms:W3CDTF">2022-07-05T09:29:48Z</dcterms:modified>
</cp:coreProperties>
</file>