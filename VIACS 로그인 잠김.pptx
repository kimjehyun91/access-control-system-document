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79" userDrawn="1">
          <p15:clr>
            <a:srgbClr val="A4A3A4"/>
          </p15:clr>
        </p15:guide>
        <p15:guide id="2" orient="horz" pos="5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594" y="102"/>
      </p:cViewPr>
      <p:guideLst>
        <p:guide pos="279"/>
        <p:guide orient="horz" pos="59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71CC58-FC54-4D69-81C9-520B32AA696F}" type="datetimeFigureOut">
              <a:rPr lang="ko-KR" altLang="en-US" smtClean="0"/>
              <a:t>2024-07-19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29BC0-05D6-4D6D-A299-EE12A81D57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0976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02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1FA9-A237-433B-9E05-23E1E9575AA2}" type="datetimeFigureOut">
              <a:rPr lang="ko-KR" altLang="en-US" smtClean="0"/>
              <a:t>2024-07-19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BC8DF-C7E0-4A3E-AFE3-86161AEBA2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8482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1FA9-A237-433B-9E05-23E1E9575AA2}" type="datetimeFigureOut">
              <a:rPr lang="ko-KR" altLang="en-US" smtClean="0"/>
              <a:t>2024-07-19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BC8DF-C7E0-4A3E-AFE3-86161AEBA2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15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1FA9-A237-433B-9E05-23E1E9575AA2}" type="datetimeFigureOut">
              <a:rPr lang="ko-KR" altLang="en-US" smtClean="0"/>
              <a:t>2024-07-19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BC8DF-C7E0-4A3E-AFE3-86161AEBA2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596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1FA9-A237-433B-9E05-23E1E9575AA2}" type="datetimeFigureOut">
              <a:rPr lang="ko-KR" altLang="en-US" smtClean="0"/>
              <a:t>2024-07-19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BC8DF-C7E0-4A3E-AFE3-86161AEBA2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5212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1FA9-A237-433B-9E05-23E1E9575AA2}" type="datetimeFigureOut">
              <a:rPr lang="ko-KR" altLang="en-US" smtClean="0"/>
              <a:t>2024-07-19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BC8DF-C7E0-4A3E-AFE3-86161AEBA2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465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1FA9-A237-433B-9E05-23E1E9575AA2}" type="datetimeFigureOut">
              <a:rPr lang="ko-KR" altLang="en-US" smtClean="0"/>
              <a:t>2024-07-19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BC8DF-C7E0-4A3E-AFE3-86161AEBA2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770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1FA9-A237-433B-9E05-23E1E9575AA2}" type="datetimeFigureOut">
              <a:rPr lang="ko-KR" altLang="en-US" smtClean="0"/>
              <a:t>2024-07-19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BC8DF-C7E0-4A3E-AFE3-86161AEBA2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906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1FA9-A237-433B-9E05-23E1E9575AA2}" type="datetimeFigureOut">
              <a:rPr lang="ko-KR" altLang="en-US" smtClean="0"/>
              <a:t>2024-07-19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BC8DF-C7E0-4A3E-AFE3-86161AEBA2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7724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1FA9-A237-433B-9E05-23E1E9575AA2}" type="datetimeFigureOut">
              <a:rPr lang="ko-KR" altLang="en-US" smtClean="0"/>
              <a:t>2024-07-19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BC8DF-C7E0-4A3E-AFE3-86161AEBA2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693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1FA9-A237-433B-9E05-23E1E9575AA2}" type="datetimeFigureOut">
              <a:rPr lang="ko-KR" altLang="en-US" smtClean="0"/>
              <a:t>2024-07-19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BC8DF-C7E0-4A3E-AFE3-86161AEBA2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057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1FA9-A237-433B-9E05-23E1E9575AA2}" type="datetimeFigureOut">
              <a:rPr lang="ko-KR" altLang="en-US" smtClean="0"/>
              <a:t>2024-07-19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BC8DF-C7E0-4A3E-AFE3-86161AEBA2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3811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DF1FA9-A237-433B-9E05-23E1E9575AA2}" type="datetimeFigureOut">
              <a:rPr lang="ko-KR" altLang="en-US" smtClean="0"/>
              <a:t>2024-07-19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BC8DF-C7E0-4A3E-AFE3-86161AEBA2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5639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4793099" y="4599789"/>
          <a:ext cx="2514600" cy="1076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/>
                <a:gridCol w="838200"/>
                <a:gridCol w="838200"/>
              </a:tblGrid>
              <a:tr h="2431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작성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검토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승인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17184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" name="직사각형 23"/>
          <p:cNvSpPr/>
          <p:nvPr/>
        </p:nvSpPr>
        <p:spPr>
          <a:xfrm>
            <a:off x="9740786" y="660818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9816716" y="6784975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950" y="6309704"/>
            <a:ext cx="1260000" cy="4000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91979" y="3452027"/>
            <a:ext cx="16610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24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</a:t>
            </a:r>
            <a:r>
              <a:rPr lang="ko-KR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매뉴얼</a:t>
            </a:r>
            <a:endParaRPr lang="ko-KR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1193800" y="3950592"/>
            <a:ext cx="10559208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6832600" y="3913692"/>
            <a:ext cx="4920408" cy="45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0574480" y="4061627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품질관리팀</a:t>
            </a:r>
            <a:endParaRPr lang="ko-KR" altLang="en-US" b="1" dirty="0">
              <a:solidFill>
                <a:schemeClr val="tx1">
                  <a:lumMod val="50000"/>
                  <a:lumOff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836646" y="752277"/>
            <a:ext cx="6624736" cy="12241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000" b="1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VIACS </a:t>
            </a:r>
            <a:r>
              <a:rPr lang="ko-KR" altLang="en-US" sz="4000" b="1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로그인 잠금 조치</a:t>
            </a:r>
            <a:endParaRPr lang="ko-KR" altLang="en-US" sz="4000" b="1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603" y="5045529"/>
            <a:ext cx="777647" cy="440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04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std56elf-ws-2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로그인 잠김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1026" name="Picture 2" descr="https://titanium-spade-eb5.notion.site/image/https%3A%2F%2Fprod-files-secure.s3.us-west-2.amazonaws.com%2Fe2aeb02d-7750-4547-b2b0-4a6f486f1b84%2Fced354c8-a539-44ee-b64b-82ae891c60a4%2FUntitled.png?table=block&amp;id=403b056b-e3fc-410a-bf08-91a4f6891868&amp;spaceId=e2aeb02d-7750-4547-b2b0-4a6f486f1b84&amp;width=1810&amp;userId=&amp;cache=v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52846" y="940526"/>
            <a:ext cx="6052458" cy="3793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6852865" y="855458"/>
            <a:ext cx="43912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다음과 같이 로그인 시 암호를 </a:t>
            </a:r>
            <a:r>
              <a:rPr lang="en-US" altLang="ko-KR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5</a:t>
            </a:r>
            <a:r>
              <a:rPr lang="ko-KR" altLang="en-US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회 이상 틀려서</a:t>
            </a:r>
            <a:endParaRPr lang="en-US" altLang="ko-KR" sz="1400" dirty="0" smtClean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로그인이 잠겼을 경우에 대한 조치방법을 안내한다</a:t>
            </a:r>
            <a:r>
              <a:rPr lang="en-US" altLang="ko-KR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  <a:p>
            <a:endParaRPr lang="en-US" altLang="ko-KR" sz="1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400" dirty="0" err="1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경고창이</a:t>
            </a:r>
            <a:r>
              <a:rPr lang="ko-KR" altLang="en-US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뜨면 로그인 잠김이 발생</a:t>
            </a:r>
            <a:endParaRPr lang="en-US" altLang="ko-KR" sz="1400" dirty="0" smtClean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5019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std56elf-ws-2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52865" y="855458"/>
            <a:ext cx="5021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윈도우 시작 메뉴에서 </a:t>
            </a:r>
            <a:endParaRPr lang="en-US" altLang="ko-KR" sz="1400" dirty="0" smtClean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en-US" altLang="ko-KR" sz="1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[</a:t>
            </a:r>
            <a:r>
              <a:rPr lang="en-US" altLang="ko-KR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Microsoft SQL Server Management Studio]</a:t>
            </a:r>
          </a:p>
          <a:p>
            <a:r>
              <a:rPr lang="ko-KR" altLang="en-US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실행한다</a:t>
            </a:r>
            <a:r>
              <a:rPr lang="en-US" altLang="ko-KR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  <a:endParaRPr lang="en-US" altLang="ko-KR" sz="1400" dirty="0" smtClean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2050" name="Picture 2" descr="https://titanium-spade-eb5.notion.site/image/https%3A%2F%2Fprod-files-secure.s3.us-west-2.amazonaws.com%2Fe2aeb02d-7750-4547-b2b0-4a6f486f1b84%2F909450ad-eb8e-487c-98d2-aba42cdf7d58%2FUntitled.png?table=block&amp;id=258b5019-94b5-4759-946f-4622fc1780b0&amp;spaceId=e2aeb02d-7750-4547-b2b0-4a6f486f1b84&amp;width=1010&amp;userId=&amp;cache=v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3" y="944563"/>
            <a:ext cx="5760000" cy="5007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9712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std56elf-ws-2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로그인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52865" y="855458"/>
            <a:ext cx="43912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SQL Server Management Studio</a:t>
            </a:r>
            <a:r>
              <a:rPr lang="ko-KR" altLang="en-US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에 </a:t>
            </a:r>
            <a:r>
              <a:rPr lang="ko-KR" altLang="en-US" sz="1400" dirty="0" err="1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로그인을</a:t>
            </a:r>
            <a:r>
              <a:rPr lang="ko-KR" altLang="en-US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한다</a:t>
            </a:r>
            <a:r>
              <a:rPr lang="en-US" altLang="ko-KR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  <a:p>
            <a:endParaRPr lang="en-US" altLang="ko-KR" sz="1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초기 정보</a:t>
            </a:r>
            <a:endParaRPr lang="en-US" altLang="ko-KR" sz="1400" dirty="0" smtClean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endParaRPr lang="en-US" altLang="ko-KR" sz="1400" dirty="0" smtClean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en-US" altLang="ko-KR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ID    : </a:t>
            </a:r>
            <a:r>
              <a:rPr lang="en-US" altLang="ko-KR" sz="1400" dirty="0" err="1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sa</a:t>
            </a:r>
            <a:endParaRPr lang="en-US" altLang="ko-KR" sz="1400" dirty="0" smtClean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en-US" altLang="ko-KR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PW  : admin1234</a:t>
            </a:r>
            <a:endParaRPr lang="en-US" altLang="ko-KR" sz="1400" dirty="0" smtClean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3074" name="Picture 2" descr="https://titanium-spade-eb5.notion.site/image/https%3A%2F%2Fprod-files-secure.s3.us-west-2.amazonaws.com%2Fe2aeb02d-7750-4547-b2b0-4a6f486f1b84%2F0de3a37f-87bb-4d5f-b07b-d69bee01dfc1%2FUntitled.png?table=block&amp;id=dbffec43-76a6-4d04-845b-e678dd4ff677&amp;spaceId=e2aeb02d-7750-4547-b2b0-4a6f486f1b84&amp;width=1810&amp;userId=&amp;cache=v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3" y="944563"/>
            <a:ext cx="5760000" cy="2854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7625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std56elf-ws-2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잠김 해제 조치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52865" y="855458"/>
            <a:ext cx="439124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로그인 후 왼쪽의 </a:t>
            </a:r>
            <a:r>
              <a:rPr lang="ko-KR" altLang="en-US" sz="1400" dirty="0" err="1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트리에서</a:t>
            </a:r>
            <a:endParaRPr lang="en-US" altLang="ko-KR" sz="1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en-US" altLang="ko-KR" sz="1400" dirty="0" err="1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Databse</a:t>
            </a:r>
            <a:r>
              <a:rPr lang="en-US" altLang="ko-KR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→ </a:t>
            </a:r>
            <a:r>
              <a:rPr lang="en-US" altLang="ko-KR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ISTDB </a:t>
            </a:r>
            <a:r>
              <a:rPr lang="ko-KR" altLang="en-US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또는 </a:t>
            </a:r>
            <a:r>
              <a:rPr lang="en-US" altLang="ko-KR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ACSDB </a:t>
            </a:r>
            <a:r>
              <a:rPr lang="ko-KR" altLang="en-US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→ </a:t>
            </a:r>
            <a:r>
              <a:rPr lang="en-US" altLang="ko-KR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Tables</a:t>
            </a:r>
          </a:p>
          <a:p>
            <a:r>
              <a:rPr lang="ko-KR" altLang="en-US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선택한다</a:t>
            </a:r>
            <a:r>
              <a:rPr lang="en-US" altLang="ko-KR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  <a:p>
            <a:endParaRPr lang="en-US" altLang="ko-KR" sz="1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en-US" altLang="ko-KR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Tables</a:t>
            </a:r>
            <a:r>
              <a:rPr lang="ko-KR" altLang="en-US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에서 </a:t>
            </a:r>
            <a:r>
              <a:rPr lang="en-US" altLang="ko-KR" sz="1400" dirty="0" err="1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Security_User_Master</a:t>
            </a:r>
            <a:r>
              <a:rPr lang="en-US" altLang="ko-KR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테이블을 선택한 후 마우스 오른쪽 버튼을 클릭해 </a:t>
            </a:r>
            <a:r>
              <a:rPr lang="en-US" altLang="ko-KR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1000</a:t>
            </a:r>
            <a:r>
              <a:rPr lang="ko-KR" altLang="en-US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개의 행 편집</a:t>
            </a:r>
            <a:r>
              <a:rPr lang="en-US" altLang="ko-KR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또는 </a:t>
            </a:r>
            <a:r>
              <a:rPr lang="en-US" altLang="ko-KR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200</a:t>
            </a:r>
            <a:r>
              <a:rPr lang="ko-KR" altLang="en-US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개의 행 편집</a:t>
            </a:r>
            <a:r>
              <a:rPr lang="en-US" altLang="ko-KR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lang="ko-KR" altLang="en-US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메뉴를 선택한다</a:t>
            </a:r>
            <a:r>
              <a:rPr lang="en-US" altLang="ko-KR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  <a:endParaRPr lang="en-US" altLang="ko-KR" sz="1400" dirty="0" smtClean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4098" name="Picture 2" descr="https://titanium-spade-eb5.notion.site/image/https%3A%2F%2Fprod-files-secure.s3.us-west-2.amazonaws.com%2Fe2aeb02d-7750-4547-b2b0-4a6f486f1b84%2Fad24121c-43bf-4894-9114-126156a76ba9%2FUntitled.png?table=block&amp;id=12772a6e-ac69-4598-8f28-0841a2c0f4c9&amp;spaceId=e2aeb02d-7750-4547-b2b0-4a6f486f1b84&amp;width=2000&amp;userId=&amp;cache=v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3" y="944563"/>
            <a:ext cx="3745910" cy="5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740228" y="2351314"/>
            <a:ext cx="64443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883915" y="2643051"/>
            <a:ext cx="64443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4"/>
          <a:srcRect l="9399" r="15744"/>
          <a:stretch/>
        </p:blipFill>
        <p:spPr>
          <a:xfrm>
            <a:off x="4293325" y="2887709"/>
            <a:ext cx="3466013" cy="3437854"/>
          </a:xfrm>
          <a:prstGeom prst="rect">
            <a:avLst/>
          </a:prstGeom>
        </p:spPr>
      </p:pic>
      <p:cxnSp>
        <p:nvCxnSpPr>
          <p:cNvPr id="14" name="직선 연결선 13"/>
          <p:cNvCxnSpPr/>
          <p:nvPr/>
        </p:nvCxnSpPr>
        <p:spPr>
          <a:xfrm>
            <a:off x="5774092" y="4493622"/>
            <a:ext cx="107877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6806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std56elf-ws-2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잠김 해제 조치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2913" y="4637445"/>
            <a:ext cx="8953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해당 계정의 </a:t>
            </a:r>
            <a:r>
              <a:rPr lang="en-US" altLang="ko-KR" sz="1400" dirty="0" err="1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LogRetryCount</a:t>
            </a:r>
            <a:r>
              <a:rPr lang="en-US" altLang="ko-KR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항목을 </a:t>
            </a:r>
            <a:r>
              <a:rPr lang="en-US" altLang="ko-KR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5</a:t>
            </a:r>
            <a:r>
              <a:rPr lang="ko-KR" altLang="en-US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에서 </a:t>
            </a:r>
            <a:r>
              <a:rPr lang="en-US" altLang="ko-KR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</a:t>
            </a:r>
            <a:r>
              <a:rPr lang="ko-KR" altLang="en-US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으로 수정한다</a:t>
            </a:r>
            <a:r>
              <a:rPr lang="en-US" altLang="ko-KR" sz="1400" dirty="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  <a:endParaRPr lang="en-US" altLang="ko-KR" sz="1400" dirty="0" smtClean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3" y="944563"/>
            <a:ext cx="10625681" cy="3288648"/>
          </a:xfrm>
          <a:prstGeom prst="rect">
            <a:avLst/>
          </a:prstGeom>
        </p:spPr>
      </p:pic>
      <p:cxnSp>
        <p:nvCxnSpPr>
          <p:cNvPr id="11" name="직선 연결선 10"/>
          <p:cNvCxnSpPr/>
          <p:nvPr/>
        </p:nvCxnSpPr>
        <p:spPr>
          <a:xfrm>
            <a:off x="9221145" y="2194560"/>
            <a:ext cx="11159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555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131</Words>
  <Application>Microsoft Office PowerPoint</Application>
  <PresentationFormat>와이드스크린</PresentationFormat>
  <Paragraphs>41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KoPubWorld돋움체 Bold</vt:lpstr>
      <vt:lpstr>나눔스퀘어_ac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WD</dc:creator>
  <cp:lastModifiedBy>WD</cp:lastModifiedBy>
  <cp:revision>12</cp:revision>
  <dcterms:created xsi:type="dcterms:W3CDTF">2024-07-19T03:06:55Z</dcterms:created>
  <dcterms:modified xsi:type="dcterms:W3CDTF">2024-07-19T03:25:12Z</dcterms:modified>
</cp:coreProperties>
</file>