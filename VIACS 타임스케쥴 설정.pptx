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59" r:id="rId4"/>
    <p:sldId id="260" r:id="rId5"/>
    <p:sldId id="261" r:id="rId6"/>
    <p:sldId id="263" r:id="rId7"/>
    <p:sldId id="265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>
        <p:guide pos="25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B70AE-3AB2-4E37-8EF0-84867EAD711B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F93C2-0053-4673-AD4F-698DDC456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578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5DFF8-FF30-448A-9D92-1330BF838B20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2320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7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1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0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55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2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1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22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4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10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1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1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213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12/30/2024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4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301282"/>
              </p:ext>
            </p:extLst>
          </p:nvPr>
        </p:nvGraphicFramePr>
        <p:xfrm>
          <a:off x="4793099" y="4599789"/>
          <a:ext cx="2514600" cy="10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243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검토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7184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740786" y="660818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6716" y="6784975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50" y="6309704"/>
            <a:ext cx="1260000" cy="40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1979" y="3452027"/>
            <a:ext cx="1661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품질 매뉴얼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1193800" y="3950592"/>
            <a:ext cx="105592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832600" y="3913692"/>
            <a:ext cx="492040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574480" y="40616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품질관리팀</a:t>
            </a:r>
            <a:endParaRPr lang="ko-KR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36646" y="752277"/>
            <a:ext cx="66247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sz="4000" b="1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타임스케쥴</a:t>
            </a:r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설정</a:t>
            </a:r>
            <a:endParaRPr lang="ko-KR" altLang="en-US" sz="4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타임스케쥴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VIACS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출입통제 프로그램을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로그인하여 접속하고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메인화면에서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출입자 관리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메뉴로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8" y="825715"/>
            <a:ext cx="7121336" cy="4351338"/>
          </a:xfrm>
        </p:spPr>
      </p:pic>
      <p:sp>
        <p:nvSpPr>
          <p:cNvPr id="4" name="직사각형 3"/>
          <p:cNvSpPr/>
          <p:nvPr/>
        </p:nvSpPr>
        <p:spPr>
          <a:xfrm>
            <a:off x="410364" y="2992675"/>
            <a:ext cx="3595579" cy="11177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88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스케쥴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신규 등록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타임스케쥴이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설정되어 있지 않다면 다음과 같이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 [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타임스케쥴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관리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탭으로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스케쥴을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활설화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6.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타임스케쥴의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이름을 입력한다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826813"/>
            <a:ext cx="7205002" cy="5454426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1281223" y="1085497"/>
            <a:ext cx="608538" cy="273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725464" y="1341118"/>
            <a:ext cx="943815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36852" y="837050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</a:t>
            </a:r>
            <a:endParaRPr lang="ko-KR" altLang="en-US" sz="1200" dirty="0">
              <a:solidFill>
                <a:srgbClr val="FFFF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35772" y="1093557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</a:t>
            </a:r>
            <a:endParaRPr lang="ko-KR" altLang="en-US" sz="1200" dirty="0">
              <a:solidFill>
                <a:srgbClr val="FFFF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3030" y="1425970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③</a:t>
            </a:r>
            <a:endParaRPr lang="ko-KR" altLang="en-US" sz="1200" dirty="0">
              <a:solidFill>
                <a:srgbClr val="FFFF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1298641" y="1628502"/>
            <a:ext cx="187127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25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 </a:t>
            </a:r>
            <a:r>
              <a:rPr lang="ko-KR" altLang="en-US" b="1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스케쥴</a:t>
            </a:r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신규 등록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7.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 요일 별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출입문이 </a:t>
            </a:r>
            <a:r>
              <a:rPr lang="ko-KR" altLang="en-US" sz="14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상시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열려있을 시간을 설정한다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예시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월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화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금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OPEN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OPEN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시간  ① 오전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10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~ 15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브레이크타임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(15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~ 17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 오후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17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~ 23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일 때 좌측과 같이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825715"/>
            <a:ext cx="7117611" cy="448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 </a:t>
            </a:r>
            <a:r>
              <a:rPr lang="ko-KR" altLang="en-US" b="1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스케쥴</a:t>
            </a:r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신규 등록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06708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8.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공휴일을 설정한다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권장사양</a:t>
            </a:r>
            <a:endParaRPr lang="en-US" altLang="ko-KR" sz="1400" dirty="0" smtClean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공휴일 목록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#1  -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국가 공휴일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공휴일 목록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#2  -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연간 공휴일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설날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대체 공휴일 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공휴일 목록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#3  -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회사 공휴일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창립기념일 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826813"/>
            <a:ext cx="7205002" cy="545442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70263" y="4981303"/>
            <a:ext cx="5129348" cy="83602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26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 </a:t>
            </a:r>
            <a:r>
              <a:rPr lang="ko-KR" altLang="en-US" b="1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스케쥴</a:t>
            </a:r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신규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등록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650263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ㅍ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9.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활성화를 한 뒤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공휴일을 입력한다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10.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공휴일 명칭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공휴일 목록 이름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입력한다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11.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공휴일 날짜를 설정한 뒤 파란색 화살표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 smtClean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▼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목록에 추가한다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12.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설정이 다 되었으면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저장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등록한다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888916"/>
            <a:ext cx="2921975" cy="466715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472" y="888916"/>
            <a:ext cx="2932955" cy="4667154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3614057" y="2915194"/>
            <a:ext cx="513806" cy="5138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07079" y="1773472"/>
            <a:ext cx="938543" cy="273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30594" y="149647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</a:t>
            </a:r>
            <a:endParaRPr lang="ko-KR" altLang="en-US" sz="1200" dirty="0">
              <a:solidFill>
                <a:srgbClr val="FFFF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19814" y="2267181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</a:t>
            </a:r>
            <a:endParaRPr lang="ko-KR" altLang="en-US" sz="1200" dirty="0">
              <a:solidFill>
                <a:srgbClr val="FFFF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352969" y="1774699"/>
            <a:ext cx="938543" cy="273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554583" y="2509344"/>
            <a:ext cx="2560320" cy="52994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45494" y="2519520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③</a:t>
            </a:r>
            <a:endParaRPr lang="ko-KR" altLang="en-US" sz="1200" dirty="0">
              <a:solidFill>
                <a:srgbClr val="FFFF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7199" y="151420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④</a:t>
            </a:r>
            <a:endParaRPr lang="ko-KR" altLang="en-US" sz="1200" dirty="0">
              <a:solidFill>
                <a:srgbClr val="FFFF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37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스케쥴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신규 등록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2611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13.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설정이 완료되었으면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저장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누른다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14.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다음과 같은 확인 창이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팝업되면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예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(Y)]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시스템에 등록시켜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스케쥴을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적용한다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826813"/>
            <a:ext cx="7205002" cy="5454426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5648577" y="1341118"/>
            <a:ext cx="943815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087" y="1888781"/>
            <a:ext cx="3819525" cy="1381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649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 </a:t>
            </a:r>
            <a:r>
              <a:rPr lang="ko-KR" altLang="en-US" b="1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스케쥴</a:t>
            </a:r>
            <a:r>
              <a:rPr lang="ko-KR" altLang="en-US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수정</a:t>
            </a:r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변경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15.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타임스케쥴이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이미 설정되어 있으면 다음과 같이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수정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변경한다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16.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통합 검색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탭에서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검색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전체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17.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타임스케쥴을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확인하여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더블클릭하여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활성화 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18.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나머지 절차는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7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번 항목부터 동일하게 진행하면 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825714"/>
            <a:ext cx="6973636" cy="5267639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5540633" y="1352893"/>
            <a:ext cx="1823573" cy="3191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/>
          <p:nvPr/>
        </p:nvCxnSpPr>
        <p:spPr>
          <a:xfrm>
            <a:off x="671624" y="2917371"/>
            <a:ext cx="473639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06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</TotalTime>
  <Words>346</Words>
  <Application>Microsoft Office PowerPoint</Application>
  <PresentationFormat>와이드스크린</PresentationFormat>
  <Paragraphs>80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KoPubWorld돋움체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WD</dc:creator>
  <cp:lastModifiedBy>Microsoft 계정</cp:lastModifiedBy>
  <cp:revision>91</cp:revision>
  <dcterms:created xsi:type="dcterms:W3CDTF">2021-10-01T00:38:29Z</dcterms:created>
  <dcterms:modified xsi:type="dcterms:W3CDTF">2024-12-30T02:27:59Z</dcterms:modified>
</cp:coreProperties>
</file>