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notesMasterIdLst>
    <p:notesMasterId r:id="rId8"/>
  </p:notesMasterIdLst>
  <p:handoutMasterIdLst>
    <p:handoutMasterId r:id="rId9"/>
  </p:handoutMasterIdLst>
  <p:sldIdLst>
    <p:sldId id="257" r:id="rId2"/>
    <p:sldId id="271" r:id="rId3"/>
    <p:sldId id="272" r:id="rId4"/>
    <p:sldId id="264" r:id="rId5"/>
    <p:sldId id="274" r:id="rId6"/>
    <p:sldId id="277" r:id="rId7"/>
  </p:sldIdLst>
  <p:sldSz cx="12192000" cy="6858000"/>
  <p:notesSz cx="7104063" cy="10234613"/>
  <p:embeddedFontLst>
    <p:embeddedFont>
      <p:font typeface="맑은 고딕" panose="020B0503020000020004" pitchFamily="50" charset="-127"/>
      <p:regular r:id="rId10"/>
      <p:bold r:id="rId11"/>
    </p:embeddedFont>
    <p:embeddedFont>
      <p:font typeface="나눔스퀘어라운드 Bold" panose="020B0600000101010101" pitchFamily="50" charset="-127"/>
      <p:bold r:id="rId12"/>
    </p:embeddedFont>
    <p:embeddedFont>
      <p:font typeface="나눔스퀘어_ac Bold" panose="020B0600000101010101" pitchFamily="50" charset="-127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C0B70AE-3AB2-4E37-8EF0-84867EAD711B}" type="datetimeFigureOut">
              <a:rPr lang="ko-KR" altLang="en-US" smtClean="0"/>
              <a:t>2022-04-19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75DFF8-FF30-448A-9D92-1330BF838B20}" type="datetimeFigureOut">
              <a:rPr lang="ko-KR" altLang="en-US" smtClean="0"/>
              <a:t>2022-04-19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717563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1979" y="3452027"/>
            <a:ext cx="1661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품질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b="1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모바일카드</a:t>
            </a:r>
            <a:endParaRPr lang="en-US" altLang="ko-KR" sz="4000" b="1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 매뉴얼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03" y="5045529"/>
            <a:ext cx="777647" cy="4408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66" y="5077641"/>
            <a:ext cx="5619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링크 확인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5166" y="855458"/>
            <a:ext cx="43912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모바일카드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발급담당자가 보낸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“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발급정보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메일이 온 것을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메일 본문에 발급된 링크 정보와 확인 코드를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단계에서 편이를 위해 확인 코드를 복사해 둔다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당신의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링크를 눌러 다음 단계를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23" y="891404"/>
            <a:ext cx="3962400" cy="1600200"/>
          </a:xfr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"/>
          <a:stretch/>
        </p:blipFill>
        <p:spPr>
          <a:xfrm>
            <a:off x="378321" y="2666252"/>
            <a:ext cx="4949838" cy="32004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8" b="375"/>
          <a:stretch/>
        </p:blipFill>
        <p:spPr>
          <a:xfrm>
            <a:off x="5124659" y="731843"/>
            <a:ext cx="2573377" cy="5134809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5252090" y="2571035"/>
            <a:ext cx="68916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262138" y="3135085"/>
            <a:ext cx="5408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94288" y="3057296"/>
            <a:ext cx="40798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해당 단계를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폰에서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진행하여야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컴퓨터나 기타 기기에서 진행을 하면 링크가 막힌다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단계로 진행 불가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4289" y="4266452"/>
            <a:ext cx="41760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현재 호환성 문제로 </a:t>
            </a:r>
            <a:r>
              <a:rPr lang="ko-KR" altLang="en-US" sz="14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폰에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설치된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E-COUNT APP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</a:t>
            </a:r>
            <a:endParaRPr lang="en-US" altLang="ko-KR" sz="14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메일을 들어가 링크를 들어가면 링크가 깨진다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**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폰에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설치된 크롬이나 </a:t>
            </a:r>
            <a:r>
              <a:rPr lang="ko-KR" altLang="en-US" sz="14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네이버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 인터넷 브라우저로</a:t>
            </a:r>
            <a:endParaRPr lang="en-US" altLang="ko-KR" sz="14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“E-COUNT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 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검색하여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E-COUNT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들어가</a:t>
            </a:r>
            <a:endParaRPr lang="en-US" altLang="ko-KR" sz="14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로그인을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한 뒤 메일을 접속해야 한다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353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링크 연동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41326" y="855458"/>
            <a:ext cx="46350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 단계에서 링크를 눌렀다면 다음과 같이 진행된다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1) App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미설치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자동으로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Google Play Store/Apple App Store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Fast 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찾아 설치가 가능하도록 뜬다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이후 설치 버튼을 눌러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설치하면 자동으로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2) App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 설치가 되었을 때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코드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입력창이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팝업된다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이전 단계에서 복사해 두었던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확인코드를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코드 입력 후 확인 버튼을 누르면 다음 단계로 진행된다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" b="21598"/>
          <a:stretch/>
        </p:blipFill>
        <p:spPr>
          <a:xfrm>
            <a:off x="411887" y="849258"/>
            <a:ext cx="2624248" cy="4101737"/>
          </a:xfr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5"/>
          <a:stretch/>
        </p:blipFill>
        <p:spPr>
          <a:xfrm>
            <a:off x="3231813" y="849258"/>
            <a:ext cx="2811356" cy="569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0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3999" y="209034"/>
            <a:ext cx="3656149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*APP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설치가 자동으로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안되는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경우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3605" y="711553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9395" y="830123"/>
            <a:ext cx="8603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●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구글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Play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스토어에서 </a:t>
            </a:r>
            <a:r>
              <a:rPr lang="en-US" altLang="ko-KR" sz="1600" b="1" u="sng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Fast 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검색한 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㈜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그린아이티코리아에서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제작한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71504" y="1186146"/>
            <a:ext cx="2445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▷ 다시 메일로 들어가 본문의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링크를 눌러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등록절차를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이전페이지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부터 다시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5179" y="2730785"/>
            <a:ext cx="1153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&lt;</a:t>
            </a:r>
            <a:r>
              <a:rPr lang="ko-KR" altLang="en-US" sz="1100" dirty="0" smtClean="0"/>
              <a:t>설치된 </a:t>
            </a:r>
            <a:r>
              <a:rPr lang="en-US" altLang="ko-KR" sz="1100" dirty="0" smtClean="0"/>
              <a:t>APP&gt;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95" y="1316952"/>
            <a:ext cx="4454632" cy="4990838"/>
          </a:xfrm>
          <a:prstGeom prst="rect">
            <a:avLst/>
          </a:prstGeom>
        </p:spPr>
      </p:pic>
      <p:cxnSp>
        <p:nvCxnSpPr>
          <p:cNvPr id="20" name="직선 연결선 19"/>
          <p:cNvCxnSpPr/>
          <p:nvPr/>
        </p:nvCxnSpPr>
        <p:spPr>
          <a:xfrm>
            <a:off x="898995" y="1681900"/>
            <a:ext cx="9217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52176" y="2556299"/>
            <a:ext cx="2200589" cy="924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9591600" y="5884974"/>
            <a:ext cx="1320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&lt;APP </a:t>
            </a:r>
            <a:r>
              <a:rPr lang="ko-KR" altLang="en-US" sz="1200" dirty="0" err="1" smtClean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메인화면</a:t>
            </a:r>
            <a:r>
              <a:rPr lang="en-US" altLang="ko-KR" sz="1200" dirty="0" smtClean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&gt;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817" y="1225929"/>
            <a:ext cx="3088360" cy="5160707"/>
          </a:xfrm>
          <a:prstGeom prst="rect">
            <a:avLst/>
          </a:prstGeom>
        </p:spPr>
      </p:pic>
      <p:pic>
        <p:nvPicPr>
          <p:cNvPr id="11" name="내용 개체 틀 10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734" y="1362856"/>
            <a:ext cx="1078540" cy="1371622"/>
          </a:xfrm>
        </p:spPr>
      </p:pic>
    </p:spTree>
    <p:extLst>
      <p:ext uri="{BB962C8B-B14F-4D97-AF65-F5344CB8AC3E}">
        <p14:creationId xmlns:p14="http://schemas.microsoft.com/office/powerpoint/2010/main" val="123851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등록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41326" y="855458"/>
            <a:ext cx="46350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등록이 완료 되고 카드에 대한 사용자 정보 입력을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하게 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1)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타입 선택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템플릿 선택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프로필 사진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부서명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위치 선정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-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단계에서 위치를 직접 수정할 수 있다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2)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 정보 입력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▷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카드에 표기될 이름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부서명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직급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정보를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배경 이미지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프로필 이미지를 설정할 수 있다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▷ 이름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프로필 이미지의 위치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폰트 굵기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크기를 수정할 수 있다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설정이 완료되었으면 상단 오른쪽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저장한다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1" name="내용 개체 틀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72" y="855459"/>
            <a:ext cx="3161791" cy="553638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526" y="855457"/>
            <a:ext cx="2915250" cy="553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6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</a:t>
            </a:r>
            <a:r>
              <a:rPr lang="en-US" altLang="ko-KR" b="1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발급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완료시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49891" y="855458"/>
            <a:ext cx="30514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ID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발급이 완료 되었다면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상단 메뉴 버튼을 눌러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앱설정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1)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TAP 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리더기에 가깝게 근접시켜 인식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Hands-free 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인식 거리에서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상시인식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위젯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/ID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더블 터치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카드를 터치해야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인식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2)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작동 선택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Always 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상시 동작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Unlock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시에만 작동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폰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잠금해제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Foreground : App open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3)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연결 감도 설정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약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2"/>
          <a:stretch/>
        </p:blipFill>
        <p:spPr>
          <a:xfrm>
            <a:off x="254000" y="855458"/>
            <a:ext cx="2679260" cy="54027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2"/>
          <a:stretch/>
        </p:blipFill>
        <p:spPr>
          <a:xfrm>
            <a:off x="2971051" y="855458"/>
            <a:ext cx="2692523" cy="540271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9" b="35971"/>
          <a:stretch/>
        </p:blipFill>
        <p:spPr>
          <a:xfrm>
            <a:off x="5701365" y="842549"/>
            <a:ext cx="3248526" cy="4061349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037677" y="812405"/>
            <a:ext cx="380715" cy="326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775630" y="5197954"/>
            <a:ext cx="4726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블루투스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기능을 활성화를 해야 </a:t>
            </a:r>
            <a:r>
              <a:rPr lang="ko-KR" altLang="en-US" sz="1400" dirty="0" err="1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</a:t>
            </a:r>
            <a:r>
              <a:rPr lang="ko-KR" altLang="en-US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동작한다</a:t>
            </a:r>
            <a:r>
              <a:rPr lang="en-US" altLang="ko-KR" sz="14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 smtClean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77931" y="5690243"/>
            <a:ext cx="609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앱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설정까지 완료하였다면 </a:t>
            </a:r>
            <a:r>
              <a:rPr lang="ko-KR" altLang="en-US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끝</a:t>
            </a:r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편히 사용하시면 됩니다</a:t>
            </a:r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63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481</Words>
  <Application>Microsoft Office PowerPoint</Application>
  <PresentationFormat>와이드스크린</PresentationFormat>
  <Paragraphs>89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나눔스퀘어라운드 Bold</vt:lpstr>
      <vt:lpstr>Arial</vt:lpstr>
      <vt:lpstr>나눔스퀘어_ac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76</cp:revision>
  <dcterms:created xsi:type="dcterms:W3CDTF">2021-10-01T00:38:29Z</dcterms:created>
  <dcterms:modified xsi:type="dcterms:W3CDTF">2022-04-19T01:19:22Z</dcterms:modified>
</cp:coreProperties>
</file>