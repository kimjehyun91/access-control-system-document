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9"/>
  </p:notesMasterIdLst>
  <p:handoutMasterIdLst>
    <p:handoutMasterId r:id="rId10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>
        <p:guide pos="257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0B70AE-3AB2-4E37-8EF0-84867EAD711B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F93C2-0053-4673-AD4F-698DDC4568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578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5DFF8-FF30-448A-9D92-1330BF838B20}" type="datetimeFigureOut">
              <a:rPr lang="ko-KR" altLang="en-US" smtClean="0"/>
              <a:t>2024-03-19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23202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3775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6164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3/19/2024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5034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5555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925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7110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02290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4549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1088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2011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916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12131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3/19/2024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1497C-7A77-492C-8FDC-7BD0AE42D1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543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4301282"/>
              </p:ext>
            </p:extLst>
          </p:nvPr>
        </p:nvGraphicFramePr>
        <p:xfrm>
          <a:off x="4793099" y="4599789"/>
          <a:ext cx="2514600" cy="10762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8200"/>
                <a:gridCol w="838200"/>
                <a:gridCol w="838200"/>
              </a:tblGrid>
              <a:tr h="2431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작성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검토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solidFill>
                            <a:schemeClr val="tx1"/>
                          </a:solidFill>
                          <a:latin typeface="나눔스퀘어_ac Bold" panose="020B0600000101010101" pitchFamily="50" charset="-127"/>
                          <a:ea typeface="나눔스퀘어_ac Bold" panose="020B0600000101010101" pitchFamily="50" charset="-127"/>
                        </a:rPr>
                        <a:t>승인</a:t>
                      </a:r>
                      <a:endParaRPr lang="ko-KR" altLang="en-US" sz="1100" dirty="0">
                        <a:solidFill>
                          <a:schemeClr val="tx1"/>
                        </a:solidFill>
                        <a:latin typeface="나눔스퀘어_ac Bold" panose="020B0600000101010101" pitchFamily="50" charset="-127"/>
                        <a:ea typeface="나눔스퀘어_ac Bold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17184"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" name="직사각형 23"/>
          <p:cNvSpPr/>
          <p:nvPr/>
        </p:nvSpPr>
        <p:spPr>
          <a:xfrm>
            <a:off x="9740786" y="660818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9816716" y="6784975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8950" y="6309704"/>
            <a:ext cx="1260000" cy="40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091979" y="3452027"/>
            <a:ext cx="16610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품질 매뉴얼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5" name="직선 연결선 4"/>
          <p:cNvCxnSpPr/>
          <p:nvPr/>
        </p:nvCxnSpPr>
        <p:spPr>
          <a:xfrm flipH="1">
            <a:off x="1193800" y="3950592"/>
            <a:ext cx="10559208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6832600" y="3913692"/>
            <a:ext cx="4920408" cy="457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0574480" y="4061627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b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품질관리팀</a:t>
            </a:r>
            <a:endParaRPr lang="ko-KR" altLang="en-US" b="1" dirty="0">
              <a:solidFill>
                <a:schemeClr val="tx1">
                  <a:lumMod val="50000"/>
                  <a:lumOff val="50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836646" y="752277"/>
            <a:ext cx="6624736" cy="12241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출입 동작</a:t>
            </a:r>
            <a:endParaRPr lang="en-US" altLang="ko-KR" sz="4000" b="1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sz="4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지연 설정 매뉴얼</a:t>
            </a:r>
            <a:endParaRPr lang="ko-KR" altLang="en-US" sz="4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7693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VIACS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출입통제 프로그램을 실행시킨다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로그인하여 접속하고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메인화면에서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장치 정보 설정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178" y="825715"/>
            <a:ext cx="7121336" cy="4351338"/>
          </a:xfrm>
        </p:spPr>
      </p:pic>
      <p:sp>
        <p:nvSpPr>
          <p:cNvPr id="4" name="직사각형 3"/>
          <p:cNvSpPr/>
          <p:nvPr/>
        </p:nvSpPr>
        <p:spPr>
          <a:xfrm>
            <a:off x="2200590" y="4069583"/>
            <a:ext cx="1808703" cy="11555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88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오른쪽 상단 메뉴 중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 기능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 기능 메뉴 중 상단에 위치한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리더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입력장치에 의한 출력장치 동작 설정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3" name="내용 개체 틀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017" y="825715"/>
            <a:ext cx="5801784" cy="4351338"/>
          </a:xfr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035" y="1839295"/>
            <a:ext cx="6105920" cy="4630453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3697794" y="1000911"/>
            <a:ext cx="663190" cy="24508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187003" y="2336104"/>
            <a:ext cx="2088382" cy="35685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257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5.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왼쪽 장치 리스트에 현재 연결된 컨트롤러를 눌러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선택하고 다시 한번 선택하여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+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활성화 시킨다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6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+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눌러 현재 컨트롤러와 연결된 하위 장치들을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168" y="825714"/>
            <a:ext cx="7251182" cy="5455415"/>
          </a:xfrm>
        </p:spPr>
      </p:pic>
      <p:sp>
        <p:nvSpPr>
          <p:cNvPr id="15" name="직사각형 14"/>
          <p:cNvSpPr/>
          <p:nvPr/>
        </p:nvSpPr>
        <p:spPr>
          <a:xfrm>
            <a:off x="432467" y="1299962"/>
            <a:ext cx="1205414" cy="36806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06708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7.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컨트롤러 하위로 리더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 장치가 나오면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지연을 설정하기 위해 입력장치로 들어간다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8.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입력장치 중 동작을 지연시킬 퇴실버튼을 선택하여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메뉴를 불러온다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9.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오른쪽 하단에 이벤트 동작 관리 메뉴에서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설정을 실시한다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(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다음장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계속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35" y="825714"/>
            <a:ext cx="7235617" cy="5474601"/>
          </a:xfrm>
        </p:spPr>
      </p:pic>
      <p:sp>
        <p:nvSpPr>
          <p:cNvPr id="12" name="직사각형 11"/>
          <p:cNvSpPr/>
          <p:nvPr/>
        </p:nvSpPr>
        <p:spPr>
          <a:xfrm>
            <a:off x="874593" y="2184217"/>
            <a:ext cx="1255657" cy="2575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2504102" y="3357680"/>
            <a:ext cx="5052258" cy="2812008"/>
          </a:xfrm>
          <a:prstGeom prst="rect">
            <a:avLst/>
          </a:prstGeom>
          <a:noFill/>
          <a:ln w="381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264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06708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10. ‘9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항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’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에서 선택한 퇴실버튼과 연결된 출입문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잠금장치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목록이 나오면 그 중에 동작을 지연시킬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잠금장치를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선택한다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11.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잠금장치를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선택하면 하단에 메뉴가 활성화되는데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 동작 모드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ON (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출력 동작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 동작 시간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-ON :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동작을 지연시킬 만큼 시간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(sec)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을 선택한다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 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12.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설정이 다 끝났으면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적용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 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 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업로드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버튼을 누른다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endParaRPr lang="en-US" altLang="ko-KR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13.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그 후 뜨는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경고창에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예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(Y)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선택하여 업로드를 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</p:txBody>
      </p:sp>
      <p:pic>
        <p:nvPicPr>
          <p:cNvPr id="3" name="내용 개체 틀 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988" y="825715"/>
            <a:ext cx="7266362" cy="3872934"/>
          </a:xfr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37" y="4953564"/>
            <a:ext cx="3581400" cy="1438275"/>
          </a:xfrm>
          <a:prstGeom prst="rect">
            <a:avLst/>
          </a:prstGeom>
        </p:spPr>
      </p:pic>
      <p:pic>
        <p:nvPicPr>
          <p:cNvPr id="12" name="내용 개체 틀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8498" y="4769199"/>
            <a:ext cx="4354646" cy="1768411"/>
          </a:xfrm>
          <a:prstGeom prst="rect">
            <a:avLst/>
          </a:prstGeom>
        </p:spPr>
      </p:pic>
      <p:sp>
        <p:nvSpPr>
          <p:cNvPr id="13" name="직사각형 12"/>
          <p:cNvSpPr/>
          <p:nvPr/>
        </p:nvSpPr>
        <p:spPr>
          <a:xfrm>
            <a:off x="456381" y="3138810"/>
            <a:ext cx="3070590" cy="69667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1117319" y="3363651"/>
            <a:ext cx="289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</a:t>
            </a:r>
            <a:endParaRPr lang="ko-KR" altLang="en-US" sz="11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15468" y="3573874"/>
            <a:ext cx="2894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</a:t>
            </a:r>
            <a:endParaRPr lang="ko-KR" altLang="en-US" sz="1100" dirty="0">
              <a:solidFill>
                <a:srgbClr val="FF00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오른쪽 화살표 15"/>
          <p:cNvSpPr/>
          <p:nvPr/>
        </p:nvSpPr>
        <p:spPr>
          <a:xfrm>
            <a:off x="1406766" y="4260500"/>
            <a:ext cx="371789" cy="337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①</a:t>
            </a:r>
            <a:endParaRPr lang="ko-KR" altLang="en-US" sz="1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오른쪽 화살표 16"/>
          <p:cNvSpPr/>
          <p:nvPr/>
        </p:nvSpPr>
        <p:spPr>
          <a:xfrm>
            <a:off x="4885172" y="4260500"/>
            <a:ext cx="371789" cy="337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②</a:t>
            </a:r>
            <a:endParaRPr lang="ko-KR" altLang="en-US" sz="10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오른쪽 화살표 17"/>
          <p:cNvSpPr/>
          <p:nvPr/>
        </p:nvSpPr>
        <p:spPr>
          <a:xfrm>
            <a:off x="1923011" y="6009581"/>
            <a:ext cx="371789" cy="337664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③</a:t>
            </a:r>
            <a:endParaRPr lang="ko-KR" altLang="en-US" sz="1000" b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6565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4000" y="209034"/>
            <a:ext cx="3124200" cy="369332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VIACS </a:t>
            </a:r>
            <a:r>
              <a:rPr lang="ko-KR" altLang="en-US" b="1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동작 지연 설정 방법</a:t>
            </a:r>
            <a:endParaRPr lang="ko-KR" altLang="en-US" b="1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16209" y="716756"/>
            <a:ext cx="11760200" cy="589739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9525944" y="6391839"/>
            <a:ext cx="2491406" cy="1558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www.</a:t>
            </a:r>
            <a:r>
              <a:rPr lang="en-US" altLang="ko-KR" sz="800" b="1" dirty="0" smtClean="0">
                <a:solidFill>
                  <a:srgbClr val="649D17"/>
                </a:solidFill>
              </a:rPr>
              <a:t>greenitkr</a:t>
            </a:r>
            <a:r>
              <a:rPr lang="en-US" altLang="ko-KR" sz="800" b="1" dirty="0" smtClean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ko-KR" altLang="en-US" sz="8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9591600" y="6531601"/>
            <a:ext cx="2384809" cy="82550"/>
          </a:xfrm>
          <a:prstGeom prst="rect">
            <a:avLst/>
          </a:prstGeom>
          <a:solidFill>
            <a:srgbClr val="A7D667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4108" y="6093354"/>
            <a:ext cx="1260000" cy="4000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91" y="825715"/>
            <a:ext cx="40714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14.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업로드 완료 후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전단계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[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장치 정보 설정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]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돌아와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  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컨트롤러 전체 업로드를 실시하여 준다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  <a:p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* </a:t>
            </a:r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전단계에서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업로드가 완료되었으면 생략해도 된다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.</a:t>
            </a:r>
          </a:p>
          <a:p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 (Backup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개념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</a:p>
        </p:txBody>
      </p:sp>
      <p:pic>
        <p:nvPicPr>
          <p:cNvPr id="13" name="내용 개체 틀 12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36" y="825714"/>
            <a:ext cx="6605762" cy="5196871"/>
          </a:xfr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210" y="4856414"/>
            <a:ext cx="4346449" cy="1613334"/>
          </a:xfrm>
          <a:prstGeom prst="rect">
            <a:avLst/>
          </a:prstGeom>
        </p:spPr>
      </p:pic>
      <p:sp>
        <p:nvSpPr>
          <p:cNvPr id="15" name="직사각형 14"/>
          <p:cNvSpPr/>
          <p:nvPr/>
        </p:nvSpPr>
        <p:spPr>
          <a:xfrm>
            <a:off x="5349928" y="2616294"/>
            <a:ext cx="1593483" cy="33323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/>
          <p:cNvCxnSpPr/>
          <p:nvPr/>
        </p:nvCxnSpPr>
        <p:spPr>
          <a:xfrm>
            <a:off x="562711" y="2863782"/>
            <a:ext cx="1014884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18036" y="2403853"/>
            <a:ext cx="7737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solidFill>
                  <a:srgbClr val="FFFF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체크 확인</a:t>
            </a:r>
            <a:endParaRPr lang="ko-KR" altLang="en-US" sz="1200" dirty="0">
              <a:solidFill>
                <a:srgbClr val="FFFF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437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317</Words>
  <Application>Microsoft Office PowerPoint</Application>
  <PresentationFormat>와이드스크린</PresentationFormat>
  <Paragraphs>67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WD</dc:creator>
  <cp:lastModifiedBy>WD</cp:lastModifiedBy>
  <cp:revision>77</cp:revision>
  <dcterms:created xsi:type="dcterms:W3CDTF">2021-10-01T00:38:29Z</dcterms:created>
  <dcterms:modified xsi:type="dcterms:W3CDTF">2024-03-19T07:10:36Z</dcterms:modified>
</cp:coreProperties>
</file>